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Semi-Bold" charset="1" panose="00000700000000000000"/>
      <p:regular r:id="rId13"/>
    </p:embeddedFont>
    <p:embeddedFont>
      <p:font typeface="Poppins" charset="1" panose="00000500000000000000"/>
      <p:regular r:id="rId14"/>
    </p:embeddedFont>
    <p:embeddedFont>
      <p:font typeface="Poppins Bold" charset="1" panose="00000800000000000000"/>
      <p:regular r:id="rId15"/>
    </p:embeddedFont>
    <p:embeddedFont>
      <p:font typeface="Roboto" charset="1" panose="02000000000000000000"/>
      <p:regular r:id="rId16"/>
    </p:embeddedFont>
    <p:embeddedFont>
      <p:font typeface="DM Sans Bold" charset="1" panose="00000000000000000000"/>
      <p:regular r:id="rId17"/>
    </p:embeddedFont>
    <p:embeddedFont>
      <p:font typeface="DM Sans" charset="1" panose="00000000000000000000"/>
      <p:regular r:id="rId18"/>
    </p:embeddedFont>
    <p:embeddedFont>
      <p:font typeface="Poppins Light" charset="1" panose="000004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93400" y="-712357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324397" y="7009897"/>
            <a:ext cx="11639206" cy="1107976"/>
            <a:chOff x="0" y="0"/>
            <a:chExt cx="3065470" cy="2918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65470" cy="291813"/>
            </a:xfrm>
            <a:custGeom>
              <a:avLst/>
              <a:gdLst/>
              <a:ahLst/>
              <a:cxnLst/>
              <a:rect r="r" b="b" t="t" l="l"/>
              <a:pathLst>
                <a:path h="291813" w="3065470">
                  <a:moveTo>
                    <a:pt x="0" y="0"/>
                  </a:moveTo>
                  <a:lnTo>
                    <a:pt x="3065470" y="0"/>
                  </a:lnTo>
                  <a:lnTo>
                    <a:pt x="3065470" y="291813"/>
                  </a:lnTo>
                  <a:lnTo>
                    <a:pt x="0" y="291813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65470" cy="329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10563" y="1352550"/>
            <a:ext cx="13066873" cy="441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 PROPOSAL PRESENTATION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09227" y="7129605"/>
            <a:ext cx="10469546" cy="90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Prepared By: Manjushree Tamang, Prinsha shrestha, Priya Shrestha, Ridhi Maskey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93400" y="-712357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324397" y="5529080"/>
            <a:ext cx="11639206" cy="1668649"/>
            <a:chOff x="0" y="0"/>
            <a:chExt cx="3065470" cy="439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65470" cy="439480"/>
            </a:xfrm>
            <a:custGeom>
              <a:avLst/>
              <a:gdLst/>
              <a:ahLst/>
              <a:cxnLst/>
              <a:rect r="r" b="b" t="t" l="l"/>
              <a:pathLst>
                <a:path h="439480" w="3065470">
                  <a:moveTo>
                    <a:pt x="0" y="0"/>
                  </a:moveTo>
                  <a:lnTo>
                    <a:pt x="3065470" y="0"/>
                  </a:lnTo>
                  <a:lnTo>
                    <a:pt x="3065470" y="439480"/>
                  </a:lnTo>
                  <a:lnTo>
                    <a:pt x="0" y="439480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65470" cy="477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10563" y="1710202"/>
            <a:ext cx="13066873" cy="303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TITLE FOR THE PROPOSAL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09227" y="5924821"/>
            <a:ext cx="10469546" cy="91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FLOWER SPECIES CLASSIFICATION USING DEEP LEARNING TECHNIQUES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7788" y="-177024"/>
            <a:ext cx="7097803" cy="11057957"/>
          </a:xfrm>
          <a:custGeom>
            <a:avLst/>
            <a:gdLst/>
            <a:ahLst/>
            <a:cxnLst/>
            <a:rect r="r" b="b" t="t" l="l"/>
            <a:pathLst>
              <a:path h="11057957" w="7097803">
                <a:moveTo>
                  <a:pt x="0" y="0"/>
                </a:moveTo>
                <a:lnTo>
                  <a:pt x="7097803" y="0"/>
                </a:lnTo>
                <a:lnTo>
                  <a:pt x="7097803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569" t="0" r="-226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95420" y="2134144"/>
            <a:ext cx="8011990" cy="215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Questions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02538" y="5066618"/>
            <a:ext cx="7904872" cy="208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08"/>
              </a:lnSpc>
              <a:spcBef>
                <a:spcPct val="0"/>
              </a:spcBef>
            </a:pPr>
            <a:r>
              <a:rPr lang="en-US" sz="3043" spc="18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3043" spc="182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 a deep learning-based image classification model accurately identify different species of flowers based on their visual characteristics?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83134" y="1616740"/>
            <a:ext cx="6830714" cy="2128485"/>
            <a:chOff x="0" y="0"/>
            <a:chExt cx="2286638" cy="7125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83134" y="4079914"/>
            <a:ext cx="6830714" cy="2128485"/>
            <a:chOff x="0" y="0"/>
            <a:chExt cx="2286638" cy="7125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83134" y="6541774"/>
            <a:ext cx="6830714" cy="2128485"/>
            <a:chOff x="0" y="0"/>
            <a:chExt cx="2286638" cy="7125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677950" y="4517864"/>
            <a:ext cx="1031674" cy="1252584"/>
          </a:xfrm>
          <a:custGeom>
            <a:avLst/>
            <a:gdLst/>
            <a:ahLst/>
            <a:cxnLst/>
            <a:rect r="r" b="b" t="t" l="l"/>
            <a:pathLst>
              <a:path h="1252584" w="1031674">
                <a:moveTo>
                  <a:pt x="0" y="0"/>
                </a:moveTo>
                <a:lnTo>
                  <a:pt x="1031674" y="0"/>
                </a:lnTo>
                <a:lnTo>
                  <a:pt x="1031674" y="1252585"/>
                </a:lnTo>
                <a:lnTo>
                  <a:pt x="0" y="1252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12118262" y="2375876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2118262" y="4774758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2137312" y="7300910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616437" y="2108204"/>
            <a:ext cx="1154699" cy="1201248"/>
          </a:xfrm>
          <a:custGeom>
            <a:avLst/>
            <a:gdLst/>
            <a:ahLst/>
            <a:cxnLst/>
            <a:rect r="r" b="b" t="t" l="l"/>
            <a:pathLst>
              <a:path h="1201248" w="1154699">
                <a:moveTo>
                  <a:pt x="0" y="0"/>
                </a:moveTo>
                <a:lnTo>
                  <a:pt x="1154699" y="0"/>
                </a:lnTo>
                <a:lnTo>
                  <a:pt x="1154699" y="1201248"/>
                </a:lnTo>
                <a:lnTo>
                  <a:pt x="0" y="1201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591928" y="7233234"/>
            <a:ext cx="1203718" cy="932881"/>
          </a:xfrm>
          <a:custGeom>
            <a:avLst/>
            <a:gdLst/>
            <a:ahLst/>
            <a:cxnLst/>
            <a:rect r="r" b="b" t="t" l="l"/>
            <a:pathLst>
              <a:path h="932881" w="1203718">
                <a:moveTo>
                  <a:pt x="0" y="0"/>
                </a:moveTo>
                <a:lnTo>
                  <a:pt x="1203717" y="0"/>
                </a:lnTo>
                <a:lnTo>
                  <a:pt x="1203717" y="932881"/>
                </a:lnTo>
                <a:lnTo>
                  <a:pt x="0" y="9328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02109" y="1673890"/>
            <a:ext cx="8537476" cy="224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60"/>
              </a:lnSpc>
            </a:pPr>
            <a:r>
              <a:rPr lang="en-US" sz="7772" b="true">
                <a:solidFill>
                  <a:srgbClr val="1C2120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 Description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4239582"/>
            <a:ext cx="7305818" cy="3899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This is the dataset for flower classification that was obtained from the recommended datasets provided in the shared drive folder. </a:t>
            </a:r>
          </a:p>
          <a:p>
            <a:pPr algn="just">
              <a:lnSpc>
                <a:spcPts val="3104"/>
              </a:lnSpc>
            </a:pPr>
            <a:r>
              <a:rPr lang="en-US" sz="2299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dataset contains 4,340 images spread across 5 classes:</a:t>
            </a:r>
          </a:p>
          <a:p>
            <a:pPr algn="just" marL="496569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·Daisy</a:t>
            </a:r>
          </a:p>
          <a:p>
            <a:pPr algn="just" marL="496569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·Tulip</a:t>
            </a:r>
          </a:p>
          <a:p>
            <a:pPr algn="just" marL="496569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·Dandelion</a:t>
            </a:r>
          </a:p>
          <a:p>
            <a:pPr algn="just" marL="496569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·Rose</a:t>
            </a:r>
          </a:p>
          <a:p>
            <a:pPr algn="just" marL="496569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·Sunflower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13891" y="2237039"/>
            <a:ext cx="3556933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4"/>
              </a:lnSpc>
              <a:spcBef>
                <a:spcPct val="0"/>
              </a:spcBef>
            </a:pPr>
            <a:r>
              <a:rPr lang="en-US" sz="2499" spc="39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true" sz="2499" spc="39">
                <a:solidFill>
                  <a:srgbClr val="1C2120"/>
                </a:solidFill>
                <a:latin typeface="DM Sans Bold"/>
                <a:ea typeface="DM Sans Bold"/>
                <a:cs typeface="DM Sans Bold"/>
                <a:sym typeface="DM Sans Bold"/>
              </a:rPr>
              <a:t>Da</a:t>
            </a:r>
            <a:r>
              <a:rPr lang="en-US" b="true" sz="2499" spc="39" u="none">
                <a:solidFill>
                  <a:srgbClr val="1C2120"/>
                </a:solidFill>
                <a:latin typeface="DM Sans Bold"/>
                <a:ea typeface="DM Sans Bold"/>
                <a:cs typeface="DM Sans Bold"/>
                <a:sym typeface="DM Sans Bold"/>
              </a:rPr>
              <a:t>taset</a:t>
            </a:r>
            <a:r>
              <a:rPr lang="en-US" sz="2499" spc="3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algn="ctr" marL="0" indent="0" lvl="0">
              <a:lnSpc>
                <a:spcPts val="3374"/>
              </a:lnSpc>
              <a:spcBef>
                <a:spcPct val="0"/>
              </a:spcBef>
            </a:pPr>
            <a:r>
              <a:rPr lang="en-US" sz="2499" spc="3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 Flower Classification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43355" y="4439307"/>
            <a:ext cx="3898004" cy="1443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4"/>
              </a:lnSpc>
              <a:spcBef>
                <a:spcPct val="0"/>
              </a:spcBef>
            </a:pPr>
            <a:r>
              <a:rPr lang="en-US" sz="2499" spc="39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   </a:t>
            </a:r>
            <a:r>
              <a:rPr lang="en-US" b="true" sz="2499" spc="39">
                <a:solidFill>
                  <a:srgbClr val="1C2120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2499" spc="39" u="none">
                <a:solidFill>
                  <a:srgbClr val="1C2120"/>
                </a:solidFill>
                <a:latin typeface="DM Sans Bold"/>
                <a:ea typeface="DM Sans Bold"/>
                <a:cs typeface="DM Sans Bold"/>
                <a:sym typeface="DM Sans Bold"/>
              </a:rPr>
              <a:t>ource</a:t>
            </a:r>
            <a:r>
              <a:rPr lang="en-US" sz="2499" spc="39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</a:p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000" spc="32" u="none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This dataset was chosen from the recommended datasets drive folder.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28623" y="6901167"/>
            <a:ext cx="3727469" cy="1443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b="true" sz="2499" spc="39">
                <a:solidFill>
                  <a:srgbClr val="1C2120"/>
                </a:solidFill>
                <a:latin typeface="DM Sans Bold"/>
                <a:ea typeface="DM Sans Bold"/>
                <a:cs typeface="DM Sans Bold"/>
                <a:sym typeface="DM Sans Bold"/>
              </a:rPr>
              <a:t>Link</a:t>
            </a:r>
            <a:r>
              <a:rPr lang="en-US" sz="2499" spc="39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000" spc="32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https://drive.google.com/drive/folders/1Rn8Ccm8OvmtsUrW2r5WFmzespEDEcFD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8451820"/>
            <a:ext cx="851088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 spc="1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Image Distribution:</a:t>
            </a:r>
            <a:r>
              <a:rPr lang="en-US" sz="2299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Each class has around 800 images.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551164"/>
            <a:ext cx="11301259" cy="5707136"/>
          </a:xfrm>
          <a:custGeom>
            <a:avLst/>
            <a:gdLst/>
            <a:ahLst/>
            <a:cxnLst/>
            <a:rect r="r" b="b" t="t" l="l"/>
            <a:pathLst>
              <a:path h="5707136" w="11301259">
                <a:moveTo>
                  <a:pt x="0" y="0"/>
                </a:moveTo>
                <a:lnTo>
                  <a:pt x="11301258" y="0"/>
                </a:lnTo>
                <a:lnTo>
                  <a:pt x="11301258" y="5707136"/>
                </a:lnTo>
                <a:lnTo>
                  <a:pt x="0" y="5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42306" y="1029208"/>
            <a:ext cx="10595845" cy="132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8"/>
              </a:lnSpc>
            </a:pPr>
            <a:r>
              <a:rPr lang="en-US" sz="8472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Visualization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42306" y="2486867"/>
            <a:ext cx="8661499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199" spc="51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Sample images of flower from each class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8737" y="3686308"/>
            <a:ext cx="5915922" cy="3401291"/>
          </a:xfrm>
          <a:custGeom>
            <a:avLst/>
            <a:gdLst/>
            <a:ahLst/>
            <a:cxnLst/>
            <a:rect r="r" b="b" t="t" l="l"/>
            <a:pathLst>
              <a:path h="3401291" w="5915922">
                <a:moveTo>
                  <a:pt x="0" y="0"/>
                </a:moveTo>
                <a:lnTo>
                  <a:pt x="5915921" y="0"/>
                </a:lnTo>
                <a:lnTo>
                  <a:pt x="5915921" y="3401292"/>
                </a:lnTo>
                <a:lnTo>
                  <a:pt x="0" y="34012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23542" y="3686308"/>
            <a:ext cx="9335758" cy="5729821"/>
          </a:xfrm>
          <a:custGeom>
            <a:avLst/>
            <a:gdLst/>
            <a:ahLst/>
            <a:cxnLst/>
            <a:rect r="r" b="b" t="t" l="l"/>
            <a:pathLst>
              <a:path h="5729821" w="9335758">
                <a:moveTo>
                  <a:pt x="0" y="0"/>
                </a:moveTo>
                <a:lnTo>
                  <a:pt x="9335758" y="0"/>
                </a:lnTo>
                <a:lnTo>
                  <a:pt x="9335758" y="5729822"/>
                </a:lnTo>
                <a:lnTo>
                  <a:pt x="0" y="5729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90575"/>
            <a:ext cx="9864179" cy="15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Class Distribution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8737" y="2256032"/>
            <a:ext cx="1273046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Each of the classes has the following number of images distributed: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63997" y="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2" y="0"/>
                </a:lnTo>
                <a:lnTo>
                  <a:pt x="22013892" y="12354774"/>
                </a:lnTo>
                <a:lnTo>
                  <a:pt x="0" y="12354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2017" y="4614343"/>
            <a:ext cx="11923966" cy="156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793400" y="-712357"/>
            <a:ext cx="22453902" cy="11711713"/>
            <a:chOff x="0" y="0"/>
            <a:chExt cx="5913785" cy="30845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DAGj7oKwIO0</dc:identifier>
  <dcterms:modified xsi:type="dcterms:W3CDTF">2011-08-01T06:04:30Z</dcterms:modified>
  <cp:revision>1</cp:revision>
  <dc:title>Flower Classification</dc:title>
</cp:coreProperties>
</file>